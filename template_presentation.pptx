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0C29"/>
            </a:gs>
            <a:gs pos="100000">
              <a:srgbClr val="302B63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772400" y="-914400"/>
            <a:ext cx="2743200" cy="2743200"/>
          </a:xfrm>
          <a:prstGeom prst="ellipse">
            <a:avLst/>
          </a:prstGeom>
          <a:solidFill>
            <a:srgbClr val="0F8B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5029200"/>
            <a:ext cx="1828800" cy="1828800"/>
          </a:xfrm>
          <a:prstGeom prst="ellipse">
            <a:avLst/>
          </a:prstGeom>
          <a:solidFill>
            <a:srgbClr val="53CE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2560320"/>
            <a:ext cx="1828800" cy="50800"/>
          </a:xfrm>
          <a:prstGeom prst="rect">
            <a:avLst/>
          </a:prstGeom>
          <a:solidFill>
            <a:srgbClr val="0F8B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74320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НАЗВАНИЕ ПРЕЗЕНТАЦИИ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11480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8E8E8"/>
                </a:solidFill>
              </a:defRPr>
            </a:pPr>
            <a:r>
              <a:t>Подзаголовок или краткое описание темы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66928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C757D"/>
                </a:solidFill>
              </a:defRPr>
            </a:pPr>
            <a:r>
              <a:t>Автор: Имя Фамилия  |  Группа: XX-XXX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A1A2E"/>
            </a:gs>
            <a:gs pos="100000">
              <a:srgbClr val="16213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828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0F8B8D"/>
                </a:solidFill>
              </a:defRPr>
            </a:pPr>
            <a:r>
              <a:t>01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3474720"/>
            <a:ext cx="2743200" cy="38100"/>
          </a:xfrm>
          <a:prstGeom prst="rect">
            <a:avLst/>
          </a:prstGeom>
          <a:solidFill>
            <a:srgbClr val="0F8B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НАЗВАНИЕ РАЗДЕЛА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680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Заголовок слайда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371600" cy="38100"/>
          </a:xfrm>
          <a:prstGeom prst="rect">
            <a:avLst/>
          </a:prstGeom>
          <a:solidFill>
            <a:srgbClr val="0F8B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  <a:defRPr sz="1600">
                <a:solidFill>
                  <a:srgbClr val="E8E8E8"/>
                </a:solidFill>
              </a:defRPr>
            </a:pPr>
            <a:r>
              <a:t>  Первый ключевой пункт вашей презентации</a:t>
            </a:r>
          </a:p>
          <a:p>
            <a:pPr>
              <a:spcBef>
                <a:spcPts val="1600"/>
              </a:spcBef>
              <a:defRPr sz="1600">
                <a:solidFill>
                  <a:srgbClr val="E8E8E8"/>
                </a:solidFill>
              </a:defRPr>
            </a:pPr>
            <a:r>
              <a:t>  Второй важный момент для аудитории</a:t>
            </a:r>
          </a:p>
          <a:p>
            <a:pPr>
              <a:spcBef>
                <a:spcPts val="1600"/>
              </a:spcBef>
              <a:defRPr sz="1600">
                <a:solidFill>
                  <a:srgbClr val="E8E8E8"/>
                </a:solidFill>
              </a:defRPr>
            </a:pPr>
            <a:r>
              <a:t>  Третий пункт с дополнительной информацией</a:t>
            </a:r>
          </a:p>
          <a:p>
            <a:pPr>
              <a:spcBef>
                <a:spcPts val="1600"/>
              </a:spcBef>
              <a:defRPr sz="1600">
                <a:solidFill>
                  <a:srgbClr val="E8E8E8"/>
                </a:solidFill>
              </a:defRPr>
            </a:pPr>
            <a:r>
              <a:t>  Четвёртый пункт — выводы или примеры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680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Сравнение / Два аспекта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371600" cy="38100"/>
          </a:xfrm>
          <a:prstGeom prst="rect">
            <a:avLst/>
          </a:prstGeom>
          <a:solidFill>
            <a:srgbClr val="0F8B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3931920" cy="475488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3566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53CED1"/>
                </a:solidFill>
              </a:defRPr>
            </a:pPr>
            <a:r>
              <a:t>Аспект 1</a:t>
            </a:r>
          </a:p>
          <a:p>
            <a:br/>
            <a:pPr>
              <a:defRPr sz="1400">
                <a:solidFill>
                  <a:srgbClr val="E8E8E8"/>
                </a:solidFill>
              </a:defRPr>
            </a:pPr>
            <a:r>
              <a:t>Описание первого аспекта или колонки. Здесь можно разместить ключевые тезисы.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1463040"/>
            <a:ext cx="3931920" cy="475488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0" y="1737360"/>
            <a:ext cx="3566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53CED1"/>
                </a:solidFill>
              </a:defRPr>
            </a:pPr>
            <a:r>
              <a:t>Аспект 2</a:t>
            </a:r>
          </a:p>
          <a:p>
            <a:br/>
            <a:pPr>
              <a:defRPr sz="1400">
                <a:solidFill>
                  <a:srgbClr val="E8E8E8"/>
                </a:solidFill>
              </a:defRPr>
            </a:pPr>
            <a:r>
              <a:t>Описание второго аспекта или колонки. Сравнительная информация или альтернатива.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A1A2E"/>
            </a:gs>
            <a:gs pos="100000">
              <a:srgbClr val="302B63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371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>
                <a:solidFill>
                  <a:srgbClr val="0F8B8D"/>
                </a:solidFill>
              </a:defRPr>
            </a:pPr>
            <a: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6400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i="1">
                <a:solidFill>
                  <a:srgbClr val="FFFFFF"/>
                </a:solidFill>
              </a:defRPr>
            </a:pPr>
            <a:r>
              <a:t>Здесь можно разместить важную цитату, ключевую мысль или определение, которое подчёркивает тему вашей презентации.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502920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3CED1"/>
                </a:solidFill>
              </a:defRPr>
            </a:pPr>
            <a:r>
              <a:t>— Автор цитаты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0C29"/>
            </a:gs>
            <a:gs pos="100000">
              <a:srgbClr val="302B63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858000" y="4114800"/>
            <a:ext cx="3200400" cy="3200400"/>
          </a:xfrm>
          <a:prstGeom prst="ellipse">
            <a:avLst/>
          </a:prstGeom>
          <a:solidFill>
            <a:srgbClr val="0F8B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СПАСИБО ЗА ВНИМАНИЕ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53CED1"/>
                </a:solidFill>
              </a:defRPr>
            </a:pPr>
            <a:r>
              <a:t>Вопросы?</a:t>
            </a:r>
          </a:p>
          <a:p>
            <a:br/>
            <a:pPr>
              <a:defRPr sz="1400">
                <a:solidFill>
                  <a:srgbClr val="E8E8E8"/>
                </a:solidFill>
              </a:defRPr>
            </a:pPr>
            <a:r>
              <a:t>email@example.com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