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-1097280"/>
            <a:ext cx="3200400" cy="3200400"/>
          </a:xfrm>
          <a:prstGeom prst="ellipse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011680" cy="2011680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377440"/>
            <a:ext cx="2286000" cy="50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657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A7A7A"/>
                </a:solidFill>
                <a:latin typeface="Open Sans"/>
              </a:defRPr>
            </a:pPr>
            <a:r>
              <a:t>Тверской филиал РГУ им. А.Н. Косыгина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1A"/>
                </a:solidFill>
                <a:latin typeface="Montserrat"/>
              </a:defRPr>
            </a:pPr>
            <a:r>
              <a:t>ШАБЛОН ПРЕЗЕНТАЦИИ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A7A7A"/>
                </a:solidFill>
                <a:latin typeface="Open Sans"/>
              </a:defRPr>
            </a:pPr>
            <a:r>
              <a:t>Студент  •  Группа XX-XXX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1A"/>
                </a:solidFill>
                <a:latin typeface="Montserrat"/>
              </a:defRPr>
            </a:pPr>
            <a:r>
              <a:t>СОДЕРЖАНИЕ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0" cy="38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A3A3A"/>
                </a:solidFill>
                <a:latin typeface="Open Sans"/>
              </a:defRPr>
            </a:pPr>
            <a:r>
              <a:t>01  Введение и 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A3A3A"/>
                </a:solidFill>
                <a:latin typeface="Open Sans"/>
              </a:defRPr>
            </a:pPr>
            <a:r>
              <a:t>02  Основная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A3A3A"/>
                </a:solidFill>
                <a:latin typeface="Open Sans"/>
              </a:defRPr>
            </a:pPr>
            <a:r>
              <a:t>03  Анализ и результаты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3A3A3A"/>
                </a:solidFill>
                <a:latin typeface="Open Sans"/>
              </a:defRPr>
            </a:pPr>
            <a:r>
              <a:t>04  Выводы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A1A"/>
                </a:solidFill>
                <a:latin typeface="Montserrat"/>
              </a:defRPr>
            </a:pPr>
            <a:r>
              <a:t>Заголовок слайда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A3A3A"/>
                </a:solidFill>
                <a:latin typeface="Open Sans"/>
              </a:defRPr>
            </a:pPr>
            <a:r>
              <a:t>[Здесь размещается контент слайда]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Open San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A1A"/>
                </a:solidFill>
                <a:latin typeface="Montserrat"/>
              </a:defRPr>
            </a:pPr>
            <a:r>
              <a:t>Заголовок слайда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A3A3A"/>
                </a:solidFill>
                <a:latin typeface="Open Sans"/>
              </a:defRPr>
            </a:pPr>
            <a:r>
              <a:t>[Здесь размещается контент слайда]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Open San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A1A"/>
                </a:solidFill>
                <a:latin typeface="Montserrat"/>
              </a:defRPr>
            </a:pPr>
            <a:r>
              <a:t>Заголовок слайда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A3A3A"/>
                </a:solidFill>
                <a:latin typeface="Open Sans"/>
              </a:defRPr>
            </a:pPr>
            <a:r>
              <a:t>[Здесь размещается контент слайда]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Open San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A1A"/>
                </a:solidFill>
                <a:latin typeface="Montserrat"/>
              </a:defRPr>
            </a:pPr>
            <a:r>
              <a:t>Заголовок слайда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A3A3A"/>
                </a:solidFill>
                <a:latin typeface="Open Sans"/>
              </a:defRPr>
            </a:pPr>
            <a:r>
              <a:t>[Здесь размещается контент слайда]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Open San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A1A1A"/>
                </a:solidFill>
                <a:latin typeface="Montserrat"/>
              </a:defRPr>
            </a:pPr>
            <a:r>
              <a:t>Заголовок слайда 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A3A3A"/>
                </a:solidFill>
                <a:latin typeface="Open Sans"/>
              </a:defRPr>
            </a:pPr>
            <a:r>
              <a:t>[Здесь размещается контент слайда]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7A7A7A"/>
                </a:solidFill>
                <a:latin typeface="Open San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FFF"/>
            </a:gs>
            <a:gs pos="100000">
              <a:srgbClr val="F0F0F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3657600"/>
            <a:ext cx="3657600" cy="3657600"/>
          </a:xfrm>
          <a:prstGeom prst="ellipse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1A1A1A"/>
                </a:solidFill>
                <a:latin typeface="Montserrat"/>
              </a:defRPr>
            </a:pPr>
            <a: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A5A5A"/>
                </a:solidFill>
                <a:latin typeface="Open Sans"/>
              </a:defRPr>
            </a:pPr>
            <a:r>
              <a:t>Готов ответить на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A7A7A"/>
                </a:solidFill>
                <a:latin typeface="Open Sans"/>
              </a:defRPr>
            </a:pPr>
            <a:r>
              <a:t>Студент • Тверской филиал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